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B4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B45"/>
                </a:solidFill>
                <a:latin typeface="Arial"/>
              </a:rPr>
              <a:t>关键指标对比（%）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AFUNMX（七日签到活动用户 / 大盘）</c:v>
                </c:pt>
              </c:strCache>
            </c:strRef>
          </c:tx>
          <c:spPr>
            <a:solidFill>
              <a:srgbClr val="2BC4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次日活跃率</c:v>
                  </c:pt>
                  <c:pt idx="1">
                    <c:v>当日充值率</c:v>
                  </c:pt>
                  <c:pt idx="2">
                    <c:v>次日充值率</c:v>
                  </c:pt>
                  <c:pt idx="3">
                    <c:v>次日投注率</c:v>
                  </c:pt>
                  <c:pt idx="4">
                    <c:v>大盘活跃付费率</c:v>
                  </c:pt>
                  <c:pt idx="5">
                    <c:v>大盘次日付费率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72.74</c:v>
                </c:pt>
                <c:pt idx="1">
                  <c:v>73.78</c:v>
                </c:pt>
                <c:pt idx="2">
                  <c:v>32.78</c:v>
                </c:pt>
                <c:pt idx="3">
                  <c:v>64.97</c:v>
                </c:pt>
                <c:pt idx="4">
                  <c:v>37.12</c:v>
                </c:pt>
                <c:pt idx="5">
                  <c:v>27.84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WEY7（新手任务活动用户 / 大盘）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次日活跃率</c:v>
                  </c:pt>
                  <c:pt idx="1">
                    <c:v>当日充值率</c:v>
                  </c:pt>
                  <c:pt idx="2">
                    <c:v>次日充值率</c:v>
                  </c:pt>
                  <c:pt idx="3">
                    <c:v>次日投注率</c:v>
                  </c:pt>
                  <c:pt idx="4">
                    <c:v>大盘活跃付费率</c:v>
                  </c:pt>
                  <c:pt idx="5">
                    <c:v>大盘次日付费率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73.88</c:v>
                </c:pt>
                <c:pt idx="1">
                  <c:v>75.98</c:v>
                </c:pt>
                <c:pt idx="2">
                  <c:v>25.6</c:v>
                </c:pt>
                <c:pt idx="3">
                  <c:v>63.19</c:v>
                </c:pt>
                <c:pt idx="4">
                  <c:v>19.22</c:v>
                </c:pt>
                <c:pt idx="5">
                  <c:v>11.82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243362">
              <a:alpha val="60000"/>
            </a:srgbClr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743200"/>
            <a:ext cx="2011680" cy="2011680"/>
          </a:xfrm>
          <a:prstGeom prst="ellipse">
            <a:avLst/>
          </a:prstGeom>
          <a:solidFill>
            <a:srgbClr val="E85C3A">
              <a:alpha val="28000"/>
            </a:srgbClr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活动切换评估报告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新手任务  →  新人七日签到  ·  影响测算 · 风险评估 · 决策建议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578608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243362"/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数据：2026/06/02–06/15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5848" y="2578608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243362"/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 同类活动参考值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08776" y="2578608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243362"/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基于14天大盘 + 分总代数据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5C3A"/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战略评估报告  ·  运营分析部  ·  数据截至 2026/06/15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背景：为什么提出切换？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新手任务现状问题一览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新手任务参与率低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活动用户次日充值率 25.6%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大量完成任务后未持续充值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515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10128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首充转化率偏低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平台大盘均值 25.1%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注册→首充漏斗流失严重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10515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4496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54496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次日复登率低于参考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54496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57.9%  vs  AFUNMX 72.7%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次日用户流失 -14.8pp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063240"/>
            <a:ext cx="86868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1821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大东提议：关闭新手任务，改为新人七日签到（签到条件仅流水）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36118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7天新手任务（现状）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968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12天有效期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169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奖励走本金钱包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370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打码倍数 5x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12个子任务，需充值才能触发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773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总奖励约 81 MXN（基础+进阶）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新人七日签到（拟切换）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968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每日签到，只需投注流水 10 MXN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169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奖励总价值 177 MXN（第1-6天道具+第7天更多）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370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奖励走本金钱包，打码倍数 1x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无充值门槛，新用户存款后即可参与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4773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签到次数刷新时间 08:00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活动机制核心差异对比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门槛 · 成本 · 奖励结构 · 用户覆盖面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39319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017520"/>
                <a:gridCol w="13716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对比维度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7天新手任务（现状）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新人七日签到（拟切换）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更优项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参与门槛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需完成首充（高门槛）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5E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仅需投注流水 10 MXN（低门槛）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七日签到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奖励总价值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~81 MXN / 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 MXN / 人（+118%↑）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新手任务（成本低）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打码倍数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5x（流水要求高）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5E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1x（流水要求低）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七日签到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活动天数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12天有效期（集中在前期）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5E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7天每日触点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七日签到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奖励类型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现金奖励为主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道具（免费旋转）为主+第7天道具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—（各有侧重）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用户覆盖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仅付费新用户（≈25%注册）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5E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所有存款新用户（更宽）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七日签到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留存机制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一次性完成即结束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5E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7天每天回来签到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七日签到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羊毛风险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低（首充过滤）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中（流水门槛低）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新手任务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切换影响：用户覆盖面变化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哪些用户会受益？哪些会流失？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932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现状：7天新手任务覆盖漏斗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618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注册新用户  100%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975104"/>
            <a:ext cx="2560320" cy="594360"/>
          </a:xfrm>
          <a:prstGeom prst="roundRect">
            <a:avLst>
              <a:gd name="adj" fmla="val 7692"/>
            </a:avLst>
          </a:prstGeom>
          <a:solidFill>
            <a:srgbClr val="243362"/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7510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首充用户（可触发任务）  25.1%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25880" y="2688336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E85C3A"/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68833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实际完成任务用户  估计 &lt;15%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3401568"/>
            <a:ext cx="1005840" cy="594360"/>
          </a:xfrm>
          <a:prstGeom prst="roundRect">
            <a:avLst>
              <a:gd name="adj" fmla="val 7692"/>
            </a:avLst>
          </a:prstGeom>
          <a:solidFill>
            <a:srgbClr val="B33A20"/>
          </a:solidFill>
          <a:ln w="12700">
            <a:solidFill>
              <a:srgbClr val="B33A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015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次日复充用户  25.6%×参与者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932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切换后：七日签到覆盖漏斗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261872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618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注册新用户  100%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66360" y="1975104"/>
            <a:ext cx="3291840" cy="594360"/>
          </a:xfrm>
          <a:prstGeom prst="roundRect">
            <a:avLst>
              <a:gd name="adj" fmla="val 7692"/>
            </a:avLst>
          </a:prstGeom>
          <a:solidFill>
            <a:srgbClr val="0A5C52"/>
          </a:solidFill>
          <a:ln w="12700">
            <a:solidFill>
              <a:srgbClr val="0A5C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97510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存款新用户（可签到）  估计 35-40%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32120" y="2688336"/>
            <a:ext cx="2560320" cy="59436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68833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连续签到用户  取决于引导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97880" y="3401568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096B5F"/>
          </a:solidFill>
          <a:ln w="12700">
            <a:solidFill>
              <a:srgbClr val="096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401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7日后仍活跃用户  参考AFUN 32.8%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E85C3A"/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4160520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关键变化：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切换后参与门槛降低，覆盖用户从「25% 首充用户」扩大至「~35-40% 存款用户」，新增约 10-15pp 的潜在参与人群。但这部分新增用户首充金额较低，充值留存不确定性更高，需重点监控次日充值转化率是否能达到 AFUNMX 的 32.78% 水平。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 &amp; ROI 测算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WEY7 当前量级估算切换前后的费用变化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877824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测算假设（基于14天大盘均值）：日均注册 ~1533人 | 日均首充 ~345人 | 首充转化率 25.1% | 七日签到参与率预估 35%（存款用户）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1810512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" y="188366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当前：7天新手任务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2677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日均参与用户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63040" y="22677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~345 人（首充）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26517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单用户奖励成本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~81 MXN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30358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日均活动支出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63040" y="3035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27,945 MXN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" y="34198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月均活动支出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63040" y="3419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838,350 MXN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2608" y="38039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次日复充率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63040" y="38039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25.6%（活动用户）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" y="41879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次日复充带来充值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~88 人 × 首充均值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4572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首充LTV 7日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63040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MXN / 人（偏低）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1810512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64408" y="188366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切换后：七日签到（乐观）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64408" y="22677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日均参与用户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34840" y="22677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~537 人（存款用户×35%）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64408" y="26517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单用户奖励成本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34840" y="2651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 MXN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4408" y="30358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日均活动支出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34840" y="3035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95,049 MXN（+240%）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64408" y="34198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月均活动支出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34840" y="3419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2,851,470 MXN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38039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次日复充率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34840" y="38039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 30-33%（参考AFUNMX）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64408" y="41879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次日复充带来充值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3484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~161-177 人（+83-100%）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64408" y="4572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首充LTV 提升预期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434840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参考AFUNMX ~6-8 MXN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1810512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36208" y="188366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切换后：七日签到（保守）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22677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日均参与用户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06640" y="22677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~460 人（存款用户×30%）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26517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单用户奖励成本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06640" y="2651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 MXN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36208" y="30358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日均活动支出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06640" y="3035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81,420 MXN（+191%）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36208" y="34198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月均活动支出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06640" y="3419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2,442,600 MXN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36208" y="38039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次日复充率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06640" y="38039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保守估计 22-25%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36208" y="41879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次日复充带来充值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40664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~101-115 人（+15-30%）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36208" y="4572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首充LTV 7日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406640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接近当前水平 ~4-5 MXN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2880" y="4645152"/>
            <a:ext cx="8778240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关键风险：切换后日均活动支出增加约 +53,000 ~ +67,000 MXN（+191~240%），需确认充值留存提升能覆盖额外成本，否则充提差收窄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 七日签到数据参考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同类活动实际效果，作为 WEY7 切换后预期锚点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960120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87568" y="960120"/>
            <a:ext cx="3291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33872" y="10332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次日充值率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33872" y="12710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 32.78%  vs  WEY7 25.6%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33872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+7.18pp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33872" y="16550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若切换后 WEY7 能达到 AFUNMX 水平，次日复充率提升 7pp → 日均多 ~38 人次日复充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87568" y="2075688"/>
            <a:ext cx="3291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33872" y="2148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大盘活跃付费率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33872" y="23865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 37.12%  vs  WEY7 19.22%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33872" y="2596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+17.9pp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33872" y="27706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 大盘付费率近两倍于 WEY7，与产品差异及流量质量均有关，不可直接等量套用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87568" y="3191256"/>
            <a:ext cx="3291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33872" y="32644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次日活跃率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33872" y="3502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 72.74%  vs  WEY7 73.88%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33872" y="3712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≈持平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33872" y="3886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两平台活动用户次日活跃率接近，说明签到机制本身不影响用户次日回来意愿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82880" y="4315968"/>
            <a:ext cx="8778240" cy="685800"/>
          </a:xfrm>
          <a:prstGeom prst="roundRect">
            <a:avLst>
              <a:gd name="adj" fmla="val 1066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5760" y="437083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重要提示：AFUNMX 平台体量（日注册 1.5万+）远大于 WEY7（日注册 ~1500），两者大盘付费率差异主要来自流量质量和产品成熟度，不能直接作为 WEY7 切换后的保证值。次日充值率提升（32.78% vs 25.6%）是相对更可参考的指标，但仍存在 ±5pp 不确定区间。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切换风险清单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6766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概率 × 影响程度 · 可控性评估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87552"/>
          <a:ext cx="8778240" cy="3931920"/>
        </p:xfrm>
        <a:graphic>
          <a:graphicData uri="http://schemas.openxmlformats.org/drawingml/2006/table">
            <a:tbl>
              <a:tblPr/>
              <a:tblGrid>
                <a:gridCol w="1920240"/>
                <a:gridCol w="777240"/>
                <a:gridCol w="868680"/>
                <a:gridCol w="731520"/>
                <a:gridCol w="44805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发生概率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影响程度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可控性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缓解措施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奖励成本大幅上升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设置 7 日签到总预算上限；设置参与用户数量封顶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羊毛党薅免费旋转道具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设置签到领取道具后需投注流水 N MXN 才可再次领取；设备指纹限制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5C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次日复充率未达 AFUNMX 水平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A/B 测试先行，30% 新用户试运行 2 周，对比数据再决定是否全量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在途新手任务用户体验中断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切换时让已参与的新手任务用户完成当前活动后自然过渡，不强制切换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5C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充提差收窄（ROI 恶化）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每日监控充提差比；若连续 3 天低于 10% 触发暂停机制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总代 DP 低质流量放大成本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 DP 渠道新用户单独设置更高流水门槛（如 30 MXN）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决策建议 &amp; 执行路径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0A3D2E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建议：条件性切换  —  不建议直接全量关闭现活动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3385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七日签到参与门槛更低、留存机制更优，但成本上升显著（+191~240%）。建议先 A/B 测试，数据支撑后再全量切换，同时对高风险渠道（DP）单独配置门槛。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737360"/>
            <a:ext cx="4297680" cy="1389888"/>
          </a:xfrm>
          <a:prstGeom prst="roundRect">
            <a:avLst>
              <a:gd name="adj" fmla="val 5263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828800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828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第一步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182880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243362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立即（本周）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213969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测试启动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" y="2432304"/>
            <a:ext cx="4078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 30% 新存款用户上线七日签到，保留 70% 继续新手任务。重点监控：次日复充率、日均活动支出、充提差比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737360"/>
            <a:ext cx="4297680" cy="1389888"/>
          </a:xfrm>
          <a:prstGeom prst="roundRect">
            <a:avLst>
              <a:gd name="adj" fmla="val 5263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828800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828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第二步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32120" y="182880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243362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2周后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18888" y="213969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数据验证决策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432304"/>
            <a:ext cx="4078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若七日签到组次日复充率 ≥28%（超当前新手任务 25.6%）且日均支出增量可接受 → 推全量。否则维持现状或调整签到奖励结构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246120"/>
            <a:ext cx="4297680" cy="1389888"/>
          </a:xfrm>
          <a:prstGeom prst="roundRect">
            <a:avLst>
              <a:gd name="adj" fmla="val 5263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3337560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E85C3A"/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3375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第三步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05840" y="333756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243362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337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全量切换时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2608" y="364845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DP渠道差异化门槛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" y="3941064"/>
            <a:ext cx="4078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渠道新用户签到流水门槛提升至 30 MXN（现为 10 MXN），防止低质流量放大奖励成本。FB1-卡卡、KK 等优质渠道维持 10 MXN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246120"/>
            <a:ext cx="4297680" cy="1389888"/>
          </a:xfrm>
          <a:prstGeom prst="roundRect">
            <a:avLst>
              <a:gd name="adj" fmla="val 5263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8888" y="3337560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3375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第四步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32120" y="333756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243362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3337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全量切换后持续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18888" y="364845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每日监控 + 止损机制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8888" y="3941064"/>
            <a:ext cx="4078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设置充提差比 &lt;10% 连续 3 天触发活动暂停或奖励缩减机制；每周复盘活动 ROI，确保签到成本可控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5C3A"/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活动切换评估  ·  数据截至 2026/06/15  ·  建议结合推广节奏与总代协调同步执行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2026-06-16T11:51:21Z</dcterms:created>
  <dcterms:modified xsi:type="dcterms:W3CDTF">2026-06-16T11:51:21Z</dcterms:modified>
</cp:coreProperties>
</file>